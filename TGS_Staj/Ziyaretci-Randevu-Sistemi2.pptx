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808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Ziyaretçi Randevu Sistemi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407369"/>
            <a:ext cx="1777082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81174" y="2449860"/>
            <a:ext cx="20641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FONKSIYONEL TEST RAPORU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344043" y="2407369"/>
            <a:ext cx="117752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429098" y="2449860"/>
            <a:ext cx="14646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BDD OTOMASYON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6119" y="2782193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 rapor, Ziyaretçi Randevu Sistemi'nin uçtan uca (E2E) fonksiyonel test senaryolarını ve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Behave BDD otomasyon koşumundan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elde edilen resmi sonuçları kapsamaktadır. Sistem; randevu oluşturma, admin onayı ve güvenlik (XSS) testlerini başarıyla geçmiştir.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CC965A6-FCE5-7E68-FB8E-88C211943D83}"/>
              </a:ext>
            </a:extLst>
          </p:cNvPr>
          <p:cNvSpPr/>
          <p:nvPr/>
        </p:nvSpPr>
        <p:spPr>
          <a:xfrm>
            <a:off x="496119" y="16808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Ziyaretçi Randevu Sistemi</a:t>
            </a:r>
            <a:endParaRPr lang="en-US" sz="27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4982905-3340-C4A3-C16C-4C059848CD4D}"/>
              </a:ext>
            </a:extLst>
          </p:cNvPr>
          <p:cNvSpPr/>
          <p:nvPr/>
        </p:nvSpPr>
        <p:spPr>
          <a:xfrm>
            <a:off x="496119" y="2407369"/>
            <a:ext cx="1777082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EC8D602-B1D6-890D-EB9A-902DBAC05CD3}"/>
              </a:ext>
            </a:extLst>
          </p:cNvPr>
          <p:cNvSpPr/>
          <p:nvPr/>
        </p:nvSpPr>
        <p:spPr>
          <a:xfrm>
            <a:off x="581174" y="2449860"/>
            <a:ext cx="20641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FONKSIYONEL TEST RAPORU</a:t>
            </a:r>
            <a:endParaRPr lang="en-US" sz="8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6EC8201-ED37-C81C-C66D-34BE8D7E8C42}"/>
              </a:ext>
            </a:extLst>
          </p:cNvPr>
          <p:cNvSpPr/>
          <p:nvPr/>
        </p:nvSpPr>
        <p:spPr>
          <a:xfrm>
            <a:off x="2344043" y="2407369"/>
            <a:ext cx="117752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88D42F9-5FD6-C79E-1666-C267E305BFB6}"/>
              </a:ext>
            </a:extLst>
          </p:cNvPr>
          <p:cNvSpPr/>
          <p:nvPr/>
        </p:nvSpPr>
        <p:spPr>
          <a:xfrm>
            <a:off x="2429098" y="2449860"/>
            <a:ext cx="14646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BDD OTOMASYON</a:t>
            </a:r>
            <a:endParaRPr lang="en-US" sz="8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AC23A1D-6CD4-D858-3A2D-6652541027D1}"/>
              </a:ext>
            </a:extLst>
          </p:cNvPr>
          <p:cNvSpPr/>
          <p:nvPr/>
        </p:nvSpPr>
        <p:spPr>
          <a:xfrm>
            <a:off x="496119" y="2782193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 rapor, Ziyaretçi Randevu Sistemi'nin uçtan uca (E2E) fonksiyonel test senaryolarını ve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Behave BDD otomasyon koşumundan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elde edilen resmi sonuçları kapsamaktadır. Sistem; randevu oluşturma, admin onayı ve güvenlik (XSS) testlerini başarıyla geçmiştir.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71335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73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Kapsamı ve Genel Sonuçlar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71042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Aşağıdaki üç test senaryosu, sistemin temel iş akışlarını ve güvenlik katmanlarını doğrulamak için otomatize edilmiştir.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62162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96119" y="2037606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Toplam Test Case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308101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Happy Path, Admin İş Akışı ve Güvenlik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44703" y="1462162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644703" y="2037606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Geçen Test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4703" y="2308101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Tüm senaryolar başarıyla tamamlandı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2801094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96119" y="3376538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Başarısız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6119" y="3647033"/>
            <a:ext cx="400310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Kritik hata veya regrese rastlanmadı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4703" y="2801094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100%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644703" y="3376538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Geçiş Oranı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4703" y="3647033"/>
            <a:ext cx="4003179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Tüm testler otomasyonla doğrulandı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6119" y="3973934"/>
            <a:ext cx="2639616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9320" y="4107135"/>
            <a:ext cx="23732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9320" y="4377630"/>
            <a:ext cx="23732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Ziyaretçi Başarılı Randevu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52118" y="3973934"/>
            <a:ext cx="2639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85319" y="4107135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5319" y="4377630"/>
            <a:ext cx="2373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Randevu Onayı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08191" y="3973934"/>
            <a:ext cx="2639690" cy="732830"/>
          </a:xfrm>
          <a:prstGeom prst="roundRect">
            <a:avLst>
              <a:gd name="adj" fmla="val 7363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141393" y="4107135"/>
            <a:ext cx="23732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41393" y="4377630"/>
            <a:ext cx="2373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XSS Güvenlik Kontrolü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626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TC-001: Ziyaretçi Tarafından Başarılı Randevu Oluşturulması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78137"/>
            <a:ext cx="891555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81174" y="1920627"/>
            <a:ext cx="117864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HAPPY PATH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458516" y="1878137"/>
            <a:ext cx="36314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543571" y="1920627"/>
            <a:ext cx="6502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E2E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92498" y="1875755"/>
            <a:ext cx="633859" cy="220117"/>
          </a:xfrm>
          <a:prstGeom prst="roundRect">
            <a:avLst>
              <a:gd name="adj" fmla="val 21640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977554" y="1918246"/>
            <a:ext cx="92094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15257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Beklenen Sonuç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25866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Form başarıyla iletilmeli ve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Randevu talebiniz başarıyla iletildi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uyarısı görünmelidir.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302604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Gerçekleşen Durum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3460105"/>
            <a:ext cx="860896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Behave testi başarıyla geçti. </a:t>
            </a:r>
            <a:r>
              <a:rPr lang="en-US" sz="11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mesajı DOM'da doğrulandı.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860676"/>
            <a:ext cx="8151763" cy="576486"/>
          </a:xfrm>
          <a:prstGeom prst="roundRect">
            <a:avLst>
              <a:gd name="adj" fmla="val 1032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61445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4037856"/>
            <a:ext cx="8006507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Sonucu: ✅ PASS — Form gönderimi ve başarı mesajı doğrulandı.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941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TC-002: Admin Tarafından Randevunun Onaylanması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11288"/>
            <a:ext cx="1027509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81174" y="2253779"/>
            <a:ext cx="13145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ADMIN İŞ AKIŞI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594470" y="2211288"/>
            <a:ext cx="36314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679525" y="2253779"/>
            <a:ext cx="65023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E2E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28453" y="2208907"/>
            <a:ext cx="633859" cy="220117"/>
          </a:xfrm>
          <a:prstGeom prst="roundRect">
            <a:avLst>
              <a:gd name="adj" fmla="val 21640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113508" y="2251397"/>
            <a:ext cx="92094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6119" y="258849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/login üzerinden admin girişi yapılır.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Bekleyen randevu seçilir ve Approve işlemi uygulanır.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Durumun </a:t>
            </a: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Onaylandı</a:t>
            </a: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olarak güncellendiği başarı mesajı ile doğrulanır.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527524"/>
            <a:ext cx="8151763" cy="576486"/>
          </a:xfrm>
          <a:prstGeom prst="roundRect">
            <a:avLst>
              <a:gd name="adj" fmla="val 1032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28293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56816" y="3704704"/>
            <a:ext cx="8006507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Sonucu: ✅ PASS — Admin onay işlemi ve durum güncellemesi başarıyla doğrulandı.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190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TC-003: Admin Paneli "Notlar" Alanı Üzerinden XSS Zafiyet Kontrolü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458292"/>
            <a:ext cx="944761" cy="198462"/>
          </a:xfrm>
          <a:prstGeom prst="roundRect">
            <a:avLst>
              <a:gd name="adj" fmla="val 22126"/>
            </a:avLst>
          </a:prstGeom>
          <a:solidFill>
            <a:srgbClr val="D2D9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74477" y="1497434"/>
            <a:ext cx="1245245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SECURITY TEST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506215" y="1458292"/>
            <a:ext cx="960611" cy="198462"/>
          </a:xfrm>
          <a:prstGeom prst="roundRect">
            <a:avLst>
              <a:gd name="adj" fmla="val 22126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584573" y="1497434"/>
            <a:ext cx="1261095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NEGATIVE TEST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32162" y="1455911"/>
            <a:ext cx="584225" cy="203225"/>
          </a:xfrm>
          <a:prstGeom prst="roundRect">
            <a:avLst>
              <a:gd name="adj" fmla="val 21608"/>
            </a:avLst>
          </a:prstGeom>
          <a:noFill/>
          <a:ln w="4763">
            <a:solidFill>
              <a:srgbClr val="4967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610520" y="1495053"/>
            <a:ext cx="884709" cy="1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✅</a:t>
            </a:r>
            <a:r>
              <a:rPr lang="en-US" sz="80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6119" y="1915120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Test Adımları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6119" y="2239714"/>
            <a:ext cx="3916487" cy="1560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Randevu satırındaki "Düzenle" butonuna tıklanarak modal açılır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Notlar (textarea) kısmına XSS payload'u girilir: </a:t>
            </a:r>
            <a:r>
              <a:rPr lang="en-US" sz="10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 Başarılı')&lt;/script&gt;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"Kaydet" butonuna tıklanır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Sayfa yüklendiğinde JavaScript </a:t>
            </a:r>
            <a:r>
              <a:rPr lang="en-US" sz="10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kutusunun çalışıp çalışmadığı kontrol edilir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2098" y="1794644"/>
            <a:ext cx="4104605" cy="2048024"/>
          </a:xfrm>
          <a:prstGeom prst="roundRect">
            <a:avLst>
              <a:gd name="adj" fmla="val 4595"/>
            </a:avLst>
          </a:prstGeom>
          <a:solidFill>
            <a:srgbClr val="4967E9">
              <a:alpha val="9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772769" y="1903065"/>
            <a:ext cx="38432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Özet:</a:t>
            </a:r>
            <a:r>
              <a:rPr lang="en-US" sz="10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Submit sırasında client-side XSS savunması devreye girerek payload'ın backend'e iletilmesini engelledi; özel karakterler kabul edilmedi ve zafiyet tespit edilmedi.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78176"/>
            <a:ext cx="8151763" cy="76713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8227" y="4123134"/>
            <a:ext cx="7804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Sonuç Özeti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8227" y="4399508"/>
            <a:ext cx="78046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TC-001, TC-002 ve TC-003 başarıyla geçti. Sistem işlevsel ve XSS korumalıdır.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374</Words>
  <Application>Microsoft Office PowerPoint</Application>
  <PresentationFormat>Ekran Gösterisi (16:9)</PresentationFormat>
  <Paragraphs>62</Paragraphs>
  <Slides>6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Nobile</vt:lpstr>
      <vt:lpstr>Nobile Bold</vt:lpstr>
      <vt:lpstr>Corben</vt:lpstr>
      <vt:lpstr>Arial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BERKAY AKTİMUR</cp:lastModifiedBy>
  <cp:revision>2</cp:revision>
  <dcterms:created xsi:type="dcterms:W3CDTF">2026-07-21T07:56:20Z</dcterms:created>
  <dcterms:modified xsi:type="dcterms:W3CDTF">2026-07-21T19:10:19Z</dcterms:modified>
</cp:coreProperties>
</file>